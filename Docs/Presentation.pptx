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33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ema-kri/Automated-Banking-Analytics-Dashboar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p.fabric.microsoft.com/links/gewIC3bykT?ctid=e93d71d6-b5c0-4b78-a861-d9964ecdfcd6&amp;pbi_source=linkShare&amp;bookmarkGuid=0bf56dac-f8bf-486a-abbb-a46c2251f5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1D5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Banking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D8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Microsoft Fabric  •  Power BI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D8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retail banking intelligence, from raw transactions to business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&amp; BI Analyst   |   Domain: Retail Banking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2400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2140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branches, and customers analyzed in silos — no single source of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17296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reports built manually in spreadsheets, taking hours to days per request.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886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KPIs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22452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and other metrics defined differently across teams, causing mismatched numbers.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527608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Failures, underperforming branches, and cross-sell gaps are found late, after the impact has landed.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1554480"/>
            <a:ext cx="3886200" cy="4572000"/>
          </a:xfrm>
          <a:prstGeom prst="roundRect">
            <a:avLst>
              <a:gd name="adj" fmla="val 2824"/>
            </a:avLst>
          </a:prstGeom>
          <a:solidFill>
            <a:srgbClr val="3B1D5E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138160" y="246888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like ‘which channel is failing most’ or ‘which customers hold only one account’ took hours of manual SQL work to answer — by the time an answer arrived, the decision window had passed.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5577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motivation for this project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clean, and refresh transaction data daily with zero manual touch.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KPI definitions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semantic model so every team sees the same numbers.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9202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risk early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failing channels and underperforming branches before losses grow.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cross-sell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score customers by value, income, and product depth.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114800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output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data into ranked, actionable recommendations — not just charts.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11480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scale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foundation that extends to new products and channels.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MY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5C2D91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Banking_Domain: 5 tables — transactions, accounts, branches, customers, dates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85416" y="26517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2257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5C2D91"/>
          </a:solidFill>
          <a:ln/>
        </p:spPr>
      </p:sp>
      <p:sp>
        <p:nvSpPr>
          <p:cNvPr id="9" name="Text 7"/>
          <p:cNvSpPr/>
          <p:nvPr/>
        </p:nvSpPr>
        <p:spPr>
          <a:xfrm>
            <a:off x="241401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Gen2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1401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 cleans data &amp; builds Age / Income / Interest Rate bands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05656" y="26517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281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E6FF2"/>
          </a:solidFill>
          <a:ln/>
        </p:spPr>
      </p:sp>
      <p:sp>
        <p:nvSpPr>
          <p:cNvPr id="13" name="Text 11"/>
          <p:cNvSpPr/>
          <p:nvPr/>
        </p:nvSpPr>
        <p:spPr>
          <a:xfrm>
            <a:off x="433425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3425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Delta tables land under dbo schema for fast querying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25896" y="26517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305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E6FF2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centralized DAX measures table (single KPI source)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46136" y="26517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8329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3B1D5E"/>
          </a:solidFill>
          <a:ln/>
        </p:spPr>
      </p:sp>
      <p:sp>
        <p:nvSpPr>
          <p:cNvPr id="21" name="Text 19"/>
          <p:cNvSpPr/>
          <p:nvPr/>
        </p:nvSpPr>
        <p:spPr>
          <a:xfrm>
            <a:off x="817473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 solved via T-SQL: joins, CTEs, window fns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66376" y="26517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0353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0B8D9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4976" y="230428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94976" y="2761488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F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live-connected dashboard with dynamic KPI switching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5F4F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79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Two-track delivery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track: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Server queries run directly against Banking_Domain, each mapped to one business question and one operational recommendation.
</a:t>
            </a: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track: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pipeline refreshes the Power BI dashboard daily, at 10:00 PM, with no manual trigger — building on the same governed semantic model the SQL layer queries.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59436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587752"/>
            <a:ext cx="91440" cy="914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8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(Banking_Domain)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410712"/>
            <a:ext cx="91440" cy="914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Lakehouse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233672"/>
            <a:ext cx="91440" cy="914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 Gateway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056632"/>
            <a:ext cx="91440" cy="914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9377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Pipeline (scheduled refresh)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5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691640"/>
            <a:ext cx="3566160" cy="594360"/>
          </a:xfrm>
          <a:prstGeom prst="rect">
            <a:avLst/>
          </a:prstGeom>
          <a:solidFill>
            <a:srgbClr val="2E6F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Modelling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2587752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468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Gen2 / Power Query (M)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410712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233672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field parameters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56632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9377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+ dynamic title logic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169164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5F4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1691640"/>
            <a:ext cx="3566160" cy="594360"/>
          </a:xfrm>
          <a:prstGeom prst="rect">
            <a:avLst/>
          </a:prstGeom>
          <a:solidFill>
            <a:srgbClr val="00B8D9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Techniques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66760" y="2587752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2468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JOIN aggregation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66760" y="3410712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+ CASE scoring logic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66760" y="4233672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4114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66760" y="5056632"/>
            <a:ext cx="91440" cy="914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49377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(LAG), multi-table joins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SQL Analysis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segment drives volume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customers generate ₹89.7 Cr in transaction value (4,600 customers) — more than Affluent + Premium combined, despite lower per-customer average.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0195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47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Internet Banking fail most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(4.05%) and Internet Banking (4.03%) post the highest failure rates; Mobile Banking carries the largest revenue-at-risk at ₹1.58 Cr.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accounts, biggest value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accounts drive ₹67.5 Cr in transaction value — the largest of all 5 account types — while Loan accounts carry the highest interest rate (10.99%).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79392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2245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3–8L income band is the core base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earning ₹3–8 lakhs generate ₹75.3 Cr in value across ~5,000 customers — the single largest income segment by volume and value.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SQL Analysis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502920" cy="50292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is seasonal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counts swing from a February low (3,909) to an October peak (4,302) — a ~10% seasonal range worth planning staffing/capacity around.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0195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4708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 concentrates by role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Premium-segment Engineers show the highest failure rate at 4.73%, ahead of every other segment + occupation combination tested.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cross-sell shortlist exists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(&gt;₹8L) customers holding only one account are flagged as top cross-sell priority — an immediately actionable target list.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5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79392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2245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branches need priority action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score (revenue-at-risk + failure rate + volume) ranks Jaipur Central (East), Jaipur Central (North), and Chennai Central (South) as this quarter's top intervention targets.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THE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3B1D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₹302M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3B1D5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49,615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359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3B1D5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₹6,092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359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3B1D5E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83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359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page: dynamic KPI switching, monthly trend, channel mix, and regional breakdown — all filterable by City, Region, and Year.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page: segment, occupation, income band, and age band views — built for cross-sell and demographic targeting.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F5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154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standard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3621024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520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purple / royal-blue brand palette across both pages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123944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Donut-center callouts, sorted bars, and dynamic chart titles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626864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City/Region filters and Key Metrics selector on every page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5129784"/>
            <a:ext cx="91440" cy="914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029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 to the Fabric semantic model — always current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6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WHAT TO DO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37944"/>
            <a:ext cx="548640" cy="5486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POS &amp; Internet Banking reliability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0" y="1764792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channels post the highest failure rates — route an IT/ops review here before other initiatives.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77063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6974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cross-sell campaign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0" y="269748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high-income, single-account customers surfaced by the SQL analysis — a ready-made lead list, no extra modelling needed.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6301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3 branches this quarter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0" y="363016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 Central (East &amp; North) and Chennai Central (South) score highest on the composite risk index — focus operational support there.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636008"/>
            <a:ext cx="548640" cy="54864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36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56285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around seasonality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0" y="4562856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October-level staffing/infra headroom given the ~10% swing between February lows and October peaks.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4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568696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68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49554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Mass segment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0" y="5495544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the largest share of transaction value — protect it with service-quality monitoring, not just premium-tier focus.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Banking Analytics Dashboard — SQL Server, Microsoft Fabric &amp; Power BI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https://github.com/seema-kri/Automated-Banking-Analytics-Dashboard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(Power BI)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https://app.fabric.microsoft.com/links/gewIC3bykT?ctid=e93d71d6-b5c0-4b78-a861-d9964ecdfcd6&amp;pbi_source=linkShare&amp;bookmarkGuid=0bf56dac-f8bf-486a-abbb-a46c2251f503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/docs folder of the repository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&amp; BI Analyst   |   Retail Banking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1193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Seema Kumari</cp:lastModifiedBy>
  <cp:revision>2</cp:revision>
  <dcterms:created xsi:type="dcterms:W3CDTF">2026-09-25T03:32:48Z</dcterms:created>
  <dcterms:modified xsi:type="dcterms:W3CDTF">2026-09-25T03:45:55Z</dcterms:modified>
</cp:coreProperties>
</file>